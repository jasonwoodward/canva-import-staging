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FAF4E9"/>
                </a:solidFill>
                <a:latin typeface="PP Pangram Sans"/>
              </a:rPr>
              <a:t>Sans intro line: context sentence that sets up the hook.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0">
                <a:solidFill>
                  <a:srgbClr val="FAF4E9"/>
                </a:solidFill>
                <a:latin typeface="Reckless"/>
              </a:rPr>
              <a:t>Serif headline: the payoff line goes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FAF4E9"/>
                </a:solidFill>
                <a:latin typeface="PP Pangram Sans"/>
              </a:rPr>
              <a:t>Body copy goes here. Key phrases are </a:t>
            </a:r>
            <a:r>
              <a:rPr sz="3600" b="1">
                <a:solidFill>
                  <a:srgbClr val="FAF4E9"/>
                </a:solidFill>
                <a:latin typeface="PP Pangram Sans"/>
              </a:rPr>
              <a:t>bolded for emphasis</a:t>
            </a:r>
            <a:r>
              <a:rPr sz="3600" b="0">
                <a:solidFill>
                  <a:srgbClr val="FAF4E9"/>
                </a:solidFill>
                <a:latin typeface="PP Pangram Sans"/>
              </a:rPr>
              <a:t>, the rest stays regular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AF4E9"/>
                </a:solidFill>
                <a:latin typeface="PP Pangram Sans"/>
              </a:rPr>
              <a:t>Header for the numbered list goes here: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3BEDC"/>
                </a:solidFill>
                <a:latin typeface="PP Pangram Sans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9260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4E9"/>
                </a:solidFill>
                <a:latin typeface="PP Pangram Sans"/>
              </a:rPr>
              <a:t>Bold lead-in:</a:t>
            </a:r>
            <a:r>
              <a:rPr sz="2200" b="0">
                <a:solidFill>
                  <a:srgbClr val="FAF4E9"/>
                </a:solidFill>
                <a:latin typeface="PP Pangram Sans"/>
              </a:rPr>
              <a:t> list item 1 text continues regular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3BEDC"/>
                </a:solidFill>
                <a:latin typeface="PP Pangram Sans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1148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4E9"/>
                </a:solidFill>
                <a:latin typeface="PP Pangram Sans"/>
              </a:rPr>
              <a:t>Bold lead-in:</a:t>
            </a:r>
            <a:r>
              <a:rPr sz="2200" b="0">
                <a:solidFill>
                  <a:srgbClr val="FAF4E9"/>
                </a:solidFill>
                <a:latin typeface="PP Pangram Sans"/>
              </a:rPr>
              <a:t> list item 2 text continues regular weight.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3BEDC"/>
                </a:solidFill>
                <a:latin typeface="PP Pangram Sans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3035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4E9"/>
                </a:solidFill>
                <a:latin typeface="PP Pangram Sans"/>
              </a:rPr>
              <a:t>Bold lead-in:</a:t>
            </a:r>
            <a:r>
              <a:rPr sz="2200" b="0">
                <a:solidFill>
                  <a:srgbClr val="FAF4E9"/>
                </a:solidFill>
                <a:latin typeface="PP Pangram Sans"/>
              </a:rPr>
              <a:t> list item 3 text continues regular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7665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AF4E9"/>
                </a:solidFill>
                <a:latin typeface="Reckless"/>
              </a:rPr>
              <a:t>Optional serif close line, delete if unused.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29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10896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AF4E9"/>
                </a:solidFill>
                <a:latin typeface="Reckless"/>
              </a:rPr>
              <a:t>Closing line in serif, centered on the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46213F"/>
                </a:solidFill>
                <a:latin typeface="PP Pangram Sans"/>
              </a:rPr>
              <a:t>Sans intro line: context sentence that sets up the hook.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0">
                <a:solidFill>
                  <a:srgbClr val="46213F"/>
                </a:solidFill>
                <a:latin typeface="Reckless"/>
              </a:rPr>
              <a:t>Serif headline: the payoff line goes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>
                <a:solidFill>
                  <a:srgbClr val="46213F"/>
                </a:solidFill>
                <a:latin typeface="PP Pangram Sans"/>
              </a:rPr>
              <a:t>Body copy goes here. Key phrases are </a:t>
            </a:r>
            <a:r>
              <a:rPr sz="3600" b="1">
                <a:solidFill>
                  <a:srgbClr val="46213F"/>
                </a:solidFill>
                <a:latin typeface="PP Pangram Sans"/>
              </a:rPr>
              <a:t>bolded for emphasis</a:t>
            </a:r>
            <a:r>
              <a:rPr sz="3600" b="0">
                <a:solidFill>
                  <a:srgbClr val="46213F"/>
                </a:solidFill>
                <a:latin typeface="PP Pangram Sans"/>
              </a:rPr>
              <a:t>, the rest stays regular weight.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46213F"/>
                </a:solidFill>
                <a:latin typeface="PP Pangram Sans"/>
              </a:rPr>
              <a:t>Header for the numbered list goes here: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6213F"/>
                </a:solidFill>
                <a:latin typeface="PP Pangram Sans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9260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46213F"/>
                </a:solidFill>
                <a:latin typeface="PP Pangram Sans"/>
              </a:rPr>
              <a:t>Bold lead-in:</a:t>
            </a:r>
            <a:r>
              <a:rPr sz="2200" b="0">
                <a:solidFill>
                  <a:srgbClr val="46213F"/>
                </a:solidFill>
                <a:latin typeface="PP Pangram Sans"/>
              </a:rPr>
              <a:t> list item 1 text continues regular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6213F"/>
                </a:solidFill>
                <a:latin typeface="PP Pangram Sans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1148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46213F"/>
                </a:solidFill>
                <a:latin typeface="PP Pangram Sans"/>
              </a:rPr>
              <a:t>Bold lead-in:</a:t>
            </a:r>
            <a:r>
              <a:rPr sz="2200" b="0">
                <a:solidFill>
                  <a:srgbClr val="46213F"/>
                </a:solidFill>
                <a:latin typeface="PP Pangram Sans"/>
              </a:rPr>
              <a:t> list item 2 text continues regular weight.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6213F"/>
                </a:solidFill>
                <a:latin typeface="PP Pangram Sans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3035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46213F"/>
                </a:solidFill>
                <a:latin typeface="PP Pangram Sans"/>
              </a:rPr>
              <a:t>Bold lead-in:</a:t>
            </a:r>
            <a:r>
              <a:rPr sz="2200" b="0">
                <a:solidFill>
                  <a:srgbClr val="46213F"/>
                </a:solidFill>
                <a:latin typeface="PP Pangram Sans"/>
              </a:rPr>
              <a:t> list item 3 text continues regular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7665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46213F"/>
                </a:solidFill>
                <a:latin typeface="Reckless"/>
              </a:rPr>
              <a:t>Optional serif close line, delete if unused.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C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10896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46213F"/>
                </a:solidFill>
                <a:latin typeface="Reckless"/>
              </a:rPr>
              <a:t>Closing line in serif, centered on the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F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0">
                <a:solidFill>
                  <a:srgbClr val="00272A"/>
                </a:solidFill>
                <a:latin typeface="PP Pangram Sans"/>
              </a:rPr>
              <a:t>A single </a:t>
            </a:r>
            <a:r>
              <a:rPr sz="5200" b="1">
                <a:solidFill>
                  <a:srgbClr val="00272A"/>
                </a:solidFill>
                <a:latin typeface="PP Pangram Sans"/>
              </a:rPr>
              <a:t>2-hour</a:t>
            </a:r>
            <a:r>
              <a:rPr sz="5200" b="0">
                <a:solidFill>
                  <a:srgbClr val="00272A"/>
                </a:solidFill>
                <a:latin typeface="PP Pangram Sans"/>
              </a:rPr>
              <a:t> stat setup can generate </a:t>
            </a:r>
            <a:r>
              <a:rPr sz="5200" b="1">
                <a:solidFill>
                  <a:srgbClr val="00272A"/>
                </a:solidFill>
                <a:latin typeface="PP Pangram Sans"/>
              </a:rPr>
              <a:t>2-3 hours</a:t>
            </a:r>
            <a:r>
              <a:rPr sz="5200" b="0">
                <a:solidFill>
                  <a:srgbClr val="00272A"/>
                </a:solidFill>
                <a:latin typeface="PP Pangram Sans"/>
              </a:rPr>
              <a:t> of payoff.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0">
                <a:solidFill>
                  <a:srgbClr val="DCFF9F"/>
                </a:solidFill>
                <a:latin typeface="PP Pangram Sans"/>
              </a:rPr>
              <a:t>A single </a:t>
            </a:r>
            <a:r>
              <a:rPr sz="5200" b="1">
                <a:solidFill>
                  <a:srgbClr val="DCFF9F"/>
                </a:solidFill>
                <a:latin typeface="PP Pangram Sans"/>
              </a:rPr>
              <a:t>2-hour</a:t>
            </a:r>
            <a:r>
              <a:rPr sz="5200" b="0">
                <a:solidFill>
                  <a:srgbClr val="DCFF9F"/>
                </a:solidFill>
                <a:latin typeface="PP Pangram Sans"/>
              </a:rPr>
              <a:t> stat setup can generate </a:t>
            </a:r>
            <a:r>
              <a:rPr sz="5200" b="1">
                <a:solidFill>
                  <a:srgbClr val="DCFF9F"/>
                </a:solidFill>
                <a:latin typeface="PP Pangram Sans"/>
              </a:rPr>
              <a:t>2-3 hours</a:t>
            </a:r>
            <a:r>
              <a:rPr sz="5200" b="0">
                <a:solidFill>
                  <a:srgbClr val="DCFF9F"/>
                </a:solidFill>
                <a:latin typeface="PP Pangram Sans"/>
              </a:rPr>
              <a:t> of payoff.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