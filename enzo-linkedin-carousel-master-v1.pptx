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829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>
                <a:solidFill>
                  <a:srgbClr val="FAF4E9"/>
                </a:solidFill>
                <a:latin typeface="PP Pangram Sans"/>
              </a:rPr>
              <a:t>Sans intro line: context sentence that sets up the hook goes here.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7315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0">
                <a:solidFill>
                  <a:srgbClr val="FAF4E9"/>
                </a:solidFill>
                <a:latin typeface="Reckless"/>
              </a:rPr>
              <a:t>Serif headline: the payoff line goes here.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C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0">
                <a:solidFill>
                  <a:srgbClr val="46213F"/>
                </a:solidFill>
                <a:latin typeface="PP Pangram Sans"/>
              </a:rPr>
              <a:t>Body copy goes here. Key phrases are </a:t>
            </a:r>
            <a:r>
              <a:rPr sz="3600" b="1">
                <a:solidFill>
                  <a:srgbClr val="46213F"/>
                </a:solidFill>
                <a:latin typeface="PP Pangram Sans"/>
              </a:rPr>
              <a:t>bolded for emphasis</a:t>
            </a:r>
            <a:r>
              <a:rPr sz="3600" b="0">
                <a:solidFill>
                  <a:srgbClr val="46213F"/>
                </a:solidFill>
                <a:latin typeface="PP Pangram Sans"/>
              </a:rPr>
              <a:t>, the rest stays regular weight.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829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0">
                <a:solidFill>
                  <a:srgbClr val="FAF4E9"/>
                </a:solidFill>
                <a:latin typeface="PP Pangram Sans"/>
              </a:rPr>
              <a:t>Body copy goes here. Key phrases are </a:t>
            </a:r>
            <a:r>
              <a:rPr sz="3600" b="1">
                <a:solidFill>
                  <a:srgbClr val="FAF4E9"/>
                </a:solidFill>
                <a:latin typeface="PP Pangram Sans"/>
              </a:rPr>
              <a:t>bolded for emphasis</a:t>
            </a:r>
            <a:r>
              <a:rPr sz="3600" b="0">
                <a:solidFill>
                  <a:srgbClr val="FAF4E9"/>
                </a:solidFill>
                <a:latin typeface="PP Pangram Sans"/>
              </a:rPr>
              <a:t>, the rest stays regular weight.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FF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0312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5200" b="0">
                <a:solidFill>
                  <a:srgbClr val="00272A"/>
                </a:solidFill>
                <a:latin typeface="PP Pangram Sans"/>
              </a:rPr>
              <a:t>A single </a:t>
            </a:r>
            <a:r>
              <a:rPr sz="5200" b="1">
                <a:solidFill>
                  <a:srgbClr val="00272A"/>
                </a:solidFill>
                <a:latin typeface="PP Pangram Sans"/>
              </a:rPr>
              <a:t>2-hour</a:t>
            </a:r>
            <a:r>
              <a:rPr sz="5200" b="0">
                <a:solidFill>
                  <a:srgbClr val="00272A"/>
                </a:solidFill>
                <a:latin typeface="PP Pangram Sans"/>
              </a:rPr>
              <a:t> stat setup can generate </a:t>
            </a:r>
            <a:r>
              <a:rPr sz="5200" b="1">
                <a:solidFill>
                  <a:srgbClr val="00272A"/>
                </a:solidFill>
                <a:latin typeface="PP Pangram Sans"/>
              </a:rPr>
              <a:t>2-3 hours</a:t>
            </a:r>
            <a:r>
              <a:rPr sz="5200" b="0">
                <a:solidFill>
                  <a:srgbClr val="00272A"/>
                </a:solidFill>
                <a:latin typeface="PP Pangram Sans"/>
              </a:rPr>
              <a:t> of payoff.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0312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5200" b="0">
                <a:solidFill>
                  <a:srgbClr val="DCFF9F"/>
                </a:solidFill>
                <a:latin typeface="PP Pangram Sans"/>
              </a:rPr>
              <a:t>A single </a:t>
            </a:r>
            <a:r>
              <a:rPr sz="5200" b="1">
                <a:solidFill>
                  <a:srgbClr val="DCFF9F"/>
                </a:solidFill>
                <a:latin typeface="PP Pangram Sans"/>
              </a:rPr>
              <a:t>2-hour</a:t>
            </a:r>
            <a:r>
              <a:rPr sz="5200" b="0">
                <a:solidFill>
                  <a:srgbClr val="DCFF9F"/>
                </a:solidFill>
                <a:latin typeface="PP Pangram Sans"/>
              </a:rPr>
              <a:t> stat setup can generate </a:t>
            </a:r>
            <a:r>
              <a:rPr sz="5200" b="1">
                <a:solidFill>
                  <a:srgbClr val="DCFF9F"/>
                </a:solidFill>
                <a:latin typeface="PP Pangram Sans"/>
              </a:rPr>
              <a:t>2-3 hours</a:t>
            </a:r>
            <a:r>
              <a:rPr sz="5200" b="0">
                <a:solidFill>
                  <a:srgbClr val="DCFF9F"/>
                </a:solidFill>
                <a:latin typeface="PP Pangram Sans"/>
              </a:rPr>
              <a:t> of payoff.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829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>
                <a:solidFill>
                  <a:srgbClr val="FAF4E9"/>
                </a:solidFill>
                <a:latin typeface="PP Pangram Sans"/>
              </a:rPr>
              <a:t>Closing context sentence in sans goes here.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0">
                <a:solidFill>
                  <a:srgbClr val="FAF4E9"/>
                </a:solidFill>
                <a:latin typeface="Reckless"/>
              </a:rPr>
              <a:t>Serif close: the line that lands the 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